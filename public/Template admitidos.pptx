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1" d="100"/>
          <a:sy n="41" d="100"/>
        </p:scale>
        <p:origin x="22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04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88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991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24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20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06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60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4866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85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80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224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0A44D-6308-4DA4-B1B5-61A662FDBFFC}" type="datetimeFigureOut">
              <a:rPr lang="pt-BR" smtClean="0"/>
              <a:t>09/03/2016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3A7AE-D96A-4D31-AB99-50E7E69FE9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673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9"/>
            <a:ext cx="7559675" cy="10687713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3527" y="1907820"/>
            <a:ext cx="6425724" cy="931412"/>
          </a:xfrm>
        </p:spPr>
        <p:txBody>
          <a:bodyPr>
            <a:normAutofit/>
          </a:bodyPr>
          <a:lstStyle/>
          <a:p>
            <a:pPr algn="l"/>
            <a:r>
              <a:rPr lang="pt-BR" sz="1600" dirty="0">
                <a:latin typeface="Proxima Nova Cn Rg" panose="02000506030000020004" pitchFamily="50" charset="0"/>
              </a:rPr>
              <a:t>TEXTO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27" y="3133915"/>
            <a:ext cx="6492620" cy="2135991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60" y="5547577"/>
            <a:ext cx="6484155" cy="243790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60" y="8263156"/>
            <a:ext cx="6484155" cy="2155742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2076773" y="3366745"/>
            <a:ext cx="4711485" cy="931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200" dirty="0">
                <a:latin typeface="Proxima Nova Cn Rg" panose="02000506030000020004" pitchFamily="50" charset="0"/>
              </a:rPr>
              <a:t>TEXTO</a:t>
            </a: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2076773" y="6154036"/>
            <a:ext cx="4711485" cy="931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200" dirty="0">
                <a:latin typeface="Proxima Nova Cn Rg" panose="02000506030000020004" pitchFamily="50" charset="0"/>
              </a:rPr>
              <a:t>TEXTO</a:t>
            </a:r>
          </a:p>
        </p:txBody>
      </p:sp>
      <p:sp>
        <p:nvSpPr>
          <p:cNvPr id="10" name="Título 1"/>
          <p:cNvSpPr txBox="1">
            <a:spLocks/>
          </p:cNvSpPr>
          <p:nvPr/>
        </p:nvSpPr>
        <p:spPr>
          <a:xfrm>
            <a:off x="2076773" y="8875321"/>
            <a:ext cx="4711485" cy="931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200" dirty="0">
                <a:latin typeface="Proxima Nova Cn Rg" panose="02000506030000020004" pitchFamily="50" charset="0"/>
              </a:rPr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6237316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4</Words>
  <Application>Microsoft Office PowerPoint</Application>
  <PresentationFormat>Personalizar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Proxima Nova Cn Rg</vt:lpstr>
      <vt:lpstr>Tema do Office</vt:lpstr>
      <vt:lpstr>TEXTO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TEXTO</dc:title>
  <dc:creator>Fabiane Rosa</dc:creator>
  <cp:lastModifiedBy>Fabiane Rosa</cp:lastModifiedBy>
  <cp:revision>1</cp:revision>
  <dcterms:created xsi:type="dcterms:W3CDTF">2016-03-09T11:37:16Z</dcterms:created>
  <dcterms:modified xsi:type="dcterms:W3CDTF">2016-03-09T11:43:34Z</dcterms:modified>
</cp:coreProperties>
</file>