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2" saveSubsetFonts="1">
  <p:sldMasterIdLst>
    <p:sldMasterId id="2147483660" r:id="rId1"/>
  </p:sldMasterIdLst>
  <p:sldIdLst>
    <p:sldId id="256" r:id="rId2"/>
    <p:sldId id="259" r:id="rId3"/>
    <p:sldId id="257" r:id="rId4"/>
    <p:sldId id="258" r:id="rId5"/>
  </p:sldIdLst>
  <p:sldSz cx="11938000" cy="10007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2559C"/>
    <a:srgbClr val="8FB80A"/>
    <a:srgbClr val="3138BD"/>
    <a:srgbClr val="4172A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18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95350" y="1637819"/>
            <a:ext cx="10147300" cy="3484127"/>
          </a:xfrm>
        </p:spPr>
        <p:txBody>
          <a:bodyPr anchor="b"/>
          <a:lstStyle>
            <a:lvl1pPr algn="ctr">
              <a:defRPr sz="7834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92250" y="5256307"/>
            <a:ext cx="8953500" cy="2416186"/>
          </a:xfrm>
        </p:spPr>
        <p:txBody>
          <a:bodyPr/>
          <a:lstStyle>
            <a:lvl1pPr marL="0" indent="0" algn="ctr">
              <a:buNone/>
              <a:defRPr sz="3133"/>
            </a:lvl1pPr>
            <a:lvl2pPr marL="596920" indent="0" algn="ctr">
              <a:buNone/>
              <a:defRPr sz="2611"/>
            </a:lvl2pPr>
            <a:lvl3pPr marL="1193841" indent="0" algn="ctr">
              <a:buNone/>
              <a:defRPr sz="2350"/>
            </a:lvl3pPr>
            <a:lvl4pPr marL="1790761" indent="0" algn="ctr">
              <a:buNone/>
              <a:defRPr sz="2089"/>
            </a:lvl4pPr>
            <a:lvl5pPr marL="2387681" indent="0" algn="ctr">
              <a:buNone/>
              <a:defRPr sz="2089"/>
            </a:lvl5pPr>
            <a:lvl6pPr marL="2984602" indent="0" algn="ctr">
              <a:buNone/>
              <a:defRPr sz="2089"/>
            </a:lvl6pPr>
            <a:lvl7pPr marL="3581522" indent="0" algn="ctr">
              <a:buNone/>
              <a:defRPr sz="2089"/>
            </a:lvl7pPr>
            <a:lvl8pPr marL="4178442" indent="0" algn="ctr">
              <a:buNone/>
              <a:defRPr sz="2089"/>
            </a:lvl8pPr>
            <a:lvl9pPr marL="4775363" indent="0" algn="ctr">
              <a:buNone/>
              <a:defRPr sz="2089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729E5-B199-4148-84C7-A76F6D2D7A82}" type="datetimeFigureOut">
              <a:rPr lang="pt-BR" smtClean="0"/>
              <a:t>22/08/2018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5A122-E2E9-46AE-9623-30DF72F1EF4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878660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729E5-B199-4148-84C7-A76F6D2D7A82}" type="datetimeFigureOut">
              <a:rPr lang="pt-BR" smtClean="0"/>
              <a:t>22/08/2018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5A122-E2E9-46AE-9623-30DF72F1EF4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57093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520" y="2494953"/>
            <a:ext cx="10296525" cy="4162883"/>
          </a:xfrm>
        </p:spPr>
        <p:txBody>
          <a:bodyPr anchor="b"/>
          <a:lstStyle>
            <a:lvl1pPr>
              <a:defRPr sz="7834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520" y="6697218"/>
            <a:ext cx="10296525" cy="2189162"/>
          </a:xfrm>
        </p:spPr>
        <p:txBody>
          <a:bodyPr/>
          <a:lstStyle>
            <a:lvl1pPr marL="0" indent="0">
              <a:buNone/>
              <a:defRPr sz="3133">
                <a:solidFill>
                  <a:schemeClr val="tx1"/>
                </a:solidFill>
              </a:defRPr>
            </a:lvl1pPr>
            <a:lvl2pPr marL="596920" indent="0">
              <a:buNone/>
              <a:defRPr sz="2611">
                <a:solidFill>
                  <a:schemeClr val="tx1">
                    <a:tint val="75000"/>
                  </a:schemeClr>
                </a:solidFill>
              </a:defRPr>
            </a:lvl2pPr>
            <a:lvl3pPr marL="1193841" indent="0">
              <a:buNone/>
              <a:defRPr sz="2350">
                <a:solidFill>
                  <a:schemeClr val="tx1">
                    <a:tint val="75000"/>
                  </a:schemeClr>
                </a:solidFill>
              </a:defRPr>
            </a:lvl3pPr>
            <a:lvl4pPr marL="1790761" indent="0">
              <a:buNone/>
              <a:defRPr sz="2089">
                <a:solidFill>
                  <a:schemeClr val="tx1">
                    <a:tint val="75000"/>
                  </a:schemeClr>
                </a:solidFill>
              </a:defRPr>
            </a:lvl4pPr>
            <a:lvl5pPr marL="2387681" indent="0">
              <a:buNone/>
              <a:defRPr sz="2089">
                <a:solidFill>
                  <a:schemeClr val="tx1">
                    <a:tint val="75000"/>
                  </a:schemeClr>
                </a:solidFill>
              </a:defRPr>
            </a:lvl5pPr>
            <a:lvl6pPr marL="2984602" indent="0">
              <a:buNone/>
              <a:defRPr sz="2089">
                <a:solidFill>
                  <a:schemeClr val="tx1">
                    <a:tint val="75000"/>
                  </a:schemeClr>
                </a:solidFill>
              </a:defRPr>
            </a:lvl6pPr>
            <a:lvl7pPr marL="3581522" indent="0">
              <a:buNone/>
              <a:defRPr sz="2089">
                <a:solidFill>
                  <a:schemeClr val="tx1">
                    <a:tint val="75000"/>
                  </a:schemeClr>
                </a:solidFill>
              </a:defRPr>
            </a:lvl7pPr>
            <a:lvl8pPr marL="4178442" indent="0">
              <a:buNone/>
              <a:defRPr sz="2089">
                <a:solidFill>
                  <a:schemeClr val="tx1">
                    <a:tint val="75000"/>
                  </a:schemeClr>
                </a:solidFill>
              </a:defRPr>
            </a:lvl8pPr>
            <a:lvl9pPr marL="4775363" indent="0">
              <a:buNone/>
              <a:defRPr sz="208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729E5-B199-4148-84C7-A76F6D2D7A82}" type="datetimeFigureOut">
              <a:rPr lang="pt-BR" smtClean="0"/>
              <a:t>22/08/2018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5A122-E2E9-46AE-9623-30DF72F1EF4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289960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0738" y="2664060"/>
            <a:ext cx="5073650" cy="6349730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43613" y="2664060"/>
            <a:ext cx="5073650" cy="6349730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729E5-B199-4148-84C7-A76F6D2D7A82}" type="datetimeFigureOut">
              <a:rPr lang="pt-BR" smtClean="0"/>
              <a:t>22/08/2018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5A122-E2E9-46AE-9623-30DF72F1EF4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11705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292" y="532814"/>
            <a:ext cx="10296525" cy="193434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294" y="2453253"/>
            <a:ext cx="5050333" cy="1202301"/>
          </a:xfrm>
        </p:spPr>
        <p:txBody>
          <a:bodyPr anchor="b"/>
          <a:lstStyle>
            <a:lvl1pPr marL="0" indent="0">
              <a:buNone/>
              <a:defRPr sz="3133" b="1"/>
            </a:lvl1pPr>
            <a:lvl2pPr marL="596920" indent="0">
              <a:buNone/>
              <a:defRPr sz="2611" b="1"/>
            </a:lvl2pPr>
            <a:lvl3pPr marL="1193841" indent="0">
              <a:buNone/>
              <a:defRPr sz="2350" b="1"/>
            </a:lvl3pPr>
            <a:lvl4pPr marL="1790761" indent="0">
              <a:buNone/>
              <a:defRPr sz="2089" b="1"/>
            </a:lvl4pPr>
            <a:lvl5pPr marL="2387681" indent="0">
              <a:buNone/>
              <a:defRPr sz="2089" b="1"/>
            </a:lvl5pPr>
            <a:lvl6pPr marL="2984602" indent="0">
              <a:buNone/>
              <a:defRPr sz="2089" b="1"/>
            </a:lvl6pPr>
            <a:lvl7pPr marL="3581522" indent="0">
              <a:buNone/>
              <a:defRPr sz="2089" b="1"/>
            </a:lvl7pPr>
            <a:lvl8pPr marL="4178442" indent="0">
              <a:buNone/>
              <a:defRPr sz="2089" b="1"/>
            </a:lvl8pPr>
            <a:lvl9pPr marL="4775363" indent="0">
              <a:buNone/>
              <a:defRPr sz="2089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294" y="3655554"/>
            <a:ext cx="5050333" cy="5376769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43613" y="2453253"/>
            <a:ext cx="5075205" cy="1202301"/>
          </a:xfrm>
        </p:spPr>
        <p:txBody>
          <a:bodyPr anchor="b"/>
          <a:lstStyle>
            <a:lvl1pPr marL="0" indent="0">
              <a:buNone/>
              <a:defRPr sz="3133" b="1"/>
            </a:lvl1pPr>
            <a:lvl2pPr marL="596920" indent="0">
              <a:buNone/>
              <a:defRPr sz="2611" b="1"/>
            </a:lvl2pPr>
            <a:lvl3pPr marL="1193841" indent="0">
              <a:buNone/>
              <a:defRPr sz="2350" b="1"/>
            </a:lvl3pPr>
            <a:lvl4pPr marL="1790761" indent="0">
              <a:buNone/>
              <a:defRPr sz="2089" b="1"/>
            </a:lvl4pPr>
            <a:lvl5pPr marL="2387681" indent="0">
              <a:buNone/>
              <a:defRPr sz="2089" b="1"/>
            </a:lvl5pPr>
            <a:lvl6pPr marL="2984602" indent="0">
              <a:buNone/>
              <a:defRPr sz="2089" b="1"/>
            </a:lvl6pPr>
            <a:lvl7pPr marL="3581522" indent="0">
              <a:buNone/>
              <a:defRPr sz="2089" b="1"/>
            </a:lvl7pPr>
            <a:lvl8pPr marL="4178442" indent="0">
              <a:buNone/>
              <a:defRPr sz="2089" b="1"/>
            </a:lvl8pPr>
            <a:lvl9pPr marL="4775363" indent="0">
              <a:buNone/>
              <a:defRPr sz="2089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43613" y="3655554"/>
            <a:ext cx="5075205" cy="5376769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729E5-B199-4148-84C7-A76F6D2D7A82}" type="datetimeFigureOut">
              <a:rPr lang="pt-BR" smtClean="0"/>
              <a:t>22/08/2018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5A122-E2E9-46AE-9623-30DF72F1EF4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295365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729E5-B199-4148-84C7-A76F6D2D7A82}" type="datetimeFigureOut">
              <a:rPr lang="pt-BR" smtClean="0"/>
              <a:t>22/08/2018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5A122-E2E9-46AE-9623-30DF72F1EF4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981104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729E5-B199-4148-84C7-A76F6D2D7A82}" type="datetimeFigureOut">
              <a:rPr lang="pt-BR" smtClean="0"/>
              <a:t>22/08/2018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5A122-E2E9-46AE-9623-30DF72F1EF4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558549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292" y="667173"/>
            <a:ext cx="3850316" cy="2335107"/>
          </a:xfrm>
        </p:spPr>
        <p:txBody>
          <a:bodyPr anchor="b"/>
          <a:lstStyle>
            <a:lvl1pPr>
              <a:defRPr sz="4178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5205" y="1440911"/>
            <a:ext cx="6043613" cy="7111882"/>
          </a:xfrm>
        </p:spPr>
        <p:txBody>
          <a:bodyPr/>
          <a:lstStyle>
            <a:lvl1pPr>
              <a:defRPr sz="4178"/>
            </a:lvl1pPr>
            <a:lvl2pPr>
              <a:defRPr sz="3656"/>
            </a:lvl2pPr>
            <a:lvl3pPr>
              <a:defRPr sz="3133"/>
            </a:lvl3pPr>
            <a:lvl4pPr>
              <a:defRPr sz="2611"/>
            </a:lvl4pPr>
            <a:lvl5pPr>
              <a:defRPr sz="2611"/>
            </a:lvl5pPr>
            <a:lvl6pPr>
              <a:defRPr sz="2611"/>
            </a:lvl6pPr>
            <a:lvl7pPr>
              <a:defRPr sz="2611"/>
            </a:lvl7pPr>
            <a:lvl8pPr>
              <a:defRPr sz="2611"/>
            </a:lvl8pPr>
            <a:lvl9pPr>
              <a:defRPr sz="2611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292" y="3002280"/>
            <a:ext cx="3850316" cy="5562095"/>
          </a:xfrm>
        </p:spPr>
        <p:txBody>
          <a:bodyPr/>
          <a:lstStyle>
            <a:lvl1pPr marL="0" indent="0">
              <a:buNone/>
              <a:defRPr sz="2089"/>
            </a:lvl1pPr>
            <a:lvl2pPr marL="596920" indent="0">
              <a:buNone/>
              <a:defRPr sz="1828"/>
            </a:lvl2pPr>
            <a:lvl3pPr marL="1193841" indent="0">
              <a:buNone/>
              <a:defRPr sz="1567"/>
            </a:lvl3pPr>
            <a:lvl4pPr marL="1790761" indent="0">
              <a:buNone/>
              <a:defRPr sz="1306"/>
            </a:lvl4pPr>
            <a:lvl5pPr marL="2387681" indent="0">
              <a:buNone/>
              <a:defRPr sz="1306"/>
            </a:lvl5pPr>
            <a:lvl6pPr marL="2984602" indent="0">
              <a:buNone/>
              <a:defRPr sz="1306"/>
            </a:lvl6pPr>
            <a:lvl7pPr marL="3581522" indent="0">
              <a:buNone/>
              <a:defRPr sz="1306"/>
            </a:lvl7pPr>
            <a:lvl8pPr marL="4178442" indent="0">
              <a:buNone/>
              <a:defRPr sz="1306"/>
            </a:lvl8pPr>
            <a:lvl9pPr marL="4775363" indent="0">
              <a:buNone/>
              <a:defRPr sz="1306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729E5-B199-4148-84C7-A76F6D2D7A82}" type="datetimeFigureOut">
              <a:rPr lang="pt-BR" smtClean="0"/>
              <a:t>22/08/2018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5A122-E2E9-46AE-9623-30DF72F1EF4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650777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292" y="667173"/>
            <a:ext cx="3850316" cy="2335107"/>
          </a:xfrm>
        </p:spPr>
        <p:txBody>
          <a:bodyPr anchor="b"/>
          <a:lstStyle>
            <a:lvl1pPr>
              <a:defRPr sz="4178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75205" y="1440911"/>
            <a:ext cx="6043613" cy="7111882"/>
          </a:xfrm>
        </p:spPr>
        <p:txBody>
          <a:bodyPr anchor="t"/>
          <a:lstStyle>
            <a:lvl1pPr marL="0" indent="0">
              <a:buNone/>
              <a:defRPr sz="4178"/>
            </a:lvl1pPr>
            <a:lvl2pPr marL="596920" indent="0">
              <a:buNone/>
              <a:defRPr sz="3656"/>
            </a:lvl2pPr>
            <a:lvl3pPr marL="1193841" indent="0">
              <a:buNone/>
              <a:defRPr sz="3133"/>
            </a:lvl3pPr>
            <a:lvl4pPr marL="1790761" indent="0">
              <a:buNone/>
              <a:defRPr sz="2611"/>
            </a:lvl4pPr>
            <a:lvl5pPr marL="2387681" indent="0">
              <a:buNone/>
              <a:defRPr sz="2611"/>
            </a:lvl5pPr>
            <a:lvl6pPr marL="2984602" indent="0">
              <a:buNone/>
              <a:defRPr sz="2611"/>
            </a:lvl6pPr>
            <a:lvl7pPr marL="3581522" indent="0">
              <a:buNone/>
              <a:defRPr sz="2611"/>
            </a:lvl7pPr>
            <a:lvl8pPr marL="4178442" indent="0">
              <a:buNone/>
              <a:defRPr sz="2611"/>
            </a:lvl8pPr>
            <a:lvl9pPr marL="4775363" indent="0">
              <a:buNone/>
              <a:defRPr sz="2611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292" y="3002280"/>
            <a:ext cx="3850316" cy="5562095"/>
          </a:xfrm>
        </p:spPr>
        <p:txBody>
          <a:bodyPr/>
          <a:lstStyle>
            <a:lvl1pPr marL="0" indent="0">
              <a:buNone/>
              <a:defRPr sz="2089"/>
            </a:lvl1pPr>
            <a:lvl2pPr marL="596920" indent="0">
              <a:buNone/>
              <a:defRPr sz="1828"/>
            </a:lvl2pPr>
            <a:lvl3pPr marL="1193841" indent="0">
              <a:buNone/>
              <a:defRPr sz="1567"/>
            </a:lvl3pPr>
            <a:lvl4pPr marL="1790761" indent="0">
              <a:buNone/>
              <a:defRPr sz="1306"/>
            </a:lvl4pPr>
            <a:lvl5pPr marL="2387681" indent="0">
              <a:buNone/>
              <a:defRPr sz="1306"/>
            </a:lvl5pPr>
            <a:lvl6pPr marL="2984602" indent="0">
              <a:buNone/>
              <a:defRPr sz="1306"/>
            </a:lvl6pPr>
            <a:lvl7pPr marL="3581522" indent="0">
              <a:buNone/>
              <a:defRPr sz="1306"/>
            </a:lvl7pPr>
            <a:lvl8pPr marL="4178442" indent="0">
              <a:buNone/>
              <a:defRPr sz="1306"/>
            </a:lvl8pPr>
            <a:lvl9pPr marL="4775363" indent="0">
              <a:buNone/>
              <a:defRPr sz="1306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729E5-B199-4148-84C7-A76F6D2D7A82}" type="datetimeFigureOut">
              <a:rPr lang="pt-BR" smtClean="0"/>
              <a:t>22/08/2018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5A122-E2E9-46AE-9623-30DF72F1EF4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36786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729E5-B199-4148-84C7-A76F6D2D7A82}" type="datetimeFigureOut">
              <a:rPr lang="pt-BR" smtClean="0"/>
              <a:t>22/08/2018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5A122-E2E9-46AE-9623-30DF72F1EF4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657262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43132" y="532812"/>
            <a:ext cx="2574131" cy="848097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20738" y="532812"/>
            <a:ext cx="7573169" cy="848097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729E5-B199-4148-84C7-A76F6D2D7A82}" type="datetimeFigureOut">
              <a:rPr lang="pt-BR" smtClean="0"/>
              <a:t>22/08/2018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5A122-E2E9-46AE-9623-30DF72F1EF4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485782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0738" y="532814"/>
            <a:ext cx="10296525" cy="19343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0738" y="2664060"/>
            <a:ext cx="10296525" cy="63497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0738" y="9275565"/>
            <a:ext cx="2686050" cy="5328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56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B729E5-B199-4148-84C7-A76F6D2D7A82}" type="datetimeFigureOut">
              <a:rPr lang="pt-BR" smtClean="0"/>
              <a:t>22/08/2018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54463" y="9275565"/>
            <a:ext cx="4029075" cy="5328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56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31213" y="9275565"/>
            <a:ext cx="2686050" cy="5328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6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F5A122-E2E9-46AE-9623-30DF72F1EF4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49086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193841" rtl="0" eaLnBrk="1" latinLnBrk="0" hangingPunct="1">
        <a:lnSpc>
          <a:spcPct val="90000"/>
        </a:lnSpc>
        <a:spcBef>
          <a:spcPct val="0"/>
        </a:spcBef>
        <a:buNone/>
        <a:defRPr sz="574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8460" indent="-298460" algn="l" defTabSz="1193841" rtl="0" eaLnBrk="1" latinLnBrk="0" hangingPunct="1">
        <a:lnSpc>
          <a:spcPct val="90000"/>
        </a:lnSpc>
        <a:spcBef>
          <a:spcPts val="1306"/>
        </a:spcBef>
        <a:buFont typeface="Arial" panose="020B0604020202020204" pitchFamily="34" charset="0"/>
        <a:buChar char="•"/>
        <a:defRPr sz="3656" kern="1200">
          <a:solidFill>
            <a:schemeClr val="tx1"/>
          </a:solidFill>
          <a:latin typeface="+mn-lt"/>
          <a:ea typeface="+mn-ea"/>
          <a:cs typeface="+mn-cs"/>
        </a:defRPr>
      </a:lvl1pPr>
      <a:lvl2pPr marL="895380" indent="-298460" algn="l" defTabSz="1193841" rtl="0" eaLnBrk="1" latinLnBrk="0" hangingPunct="1">
        <a:lnSpc>
          <a:spcPct val="90000"/>
        </a:lnSpc>
        <a:spcBef>
          <a:spcPts val="653"/>
        </a:spcBef>
        <a:buFont typeface="Arial" panose="020B0604020202020204" pitchFamily="34" charset="0"/>
        <a:buChar char="•"/>
        <a:defRPr sz="3133" kern="1200">
          <a:solidFill>
            <a:schemeClr val="tx1"/>
          </a:solidFill>
          <a:latin typeface="+mn-lt"/>
          <a:ea typeface="+mn-ea"/>
          <a:cs typeface="+mn-cs"/>
        </a:defRPr>
      </a:lvl2pPr>
      <a:lvl3pPr marL="1492301" indent="-298460" algn="l" defTabSz="1193841" rtl="0" eaLnBrk="1" latinLnBrk="0" hangingPunct="1">
        <a:lnSpc>
          <a:spcPct val="90000"/>
        </a:lnSpc>
        <a:spcBef>
          <a:spcPts val="653"/>
        </a:spcBef>
        <a:buFont typeface="Arial" panose="020B0604020202020204" pitchFamily="34" charset="0"/>
        <a:buChar char="•"/>
        <a:defRPr sz="2611" kern="1200">
          <a:solidFill>
            <a:schemeClr val="tx1"/>
          </a:solidFill>
          <a:latin typeface="+mn-lt"/>
          <a:ea typeface="+mn-ea"/>
          <a:cs typeface="+mn-cs"/>
        </a:defRPr>
      </a:lvl3pPr>
      <a:lvl4pPr marL="2089221" indent="-298460" algn="l" defTabSz="1193841" rtl="0" eaLnBrk="1" latinLnBrk="0" hangingPunct="1">
        <a:lnSpc>
          <a:spcPct val="90000"/>
        </a:lnSpc>
        <a:spcBef>
          <a:spcPts val="653"/>
        </a:spcBef>
        <a:buFont typeface="Arial" panose="020B0604020202020204" pitchFamily="34" charset="0"/>
        <a:buChar char="•"/>
        <a:defRPr sz="2350" kern="1200">
          <a:solidFill>
            <a:schemeClr val="tx1"/>
          </a:solidFill>
          <a:latin typeface="+mn-lt"/>
          <a:ea typeface="+mn-ea"/>
          <a:cs typeface="+mn-cs"/>
        </a:defRPr>
      </a:lvl4pPr>
      <a:lvl5pPr marL="2686141" indent="-298460" algn="l" defTabSz="1193841" rtl="0" eaLnBrk="1" latinLnBrk="0" hangingPunct="1">
        <a:lnSpc>
          <a:spcPct val="90000"/>
        </a:lnSpc>
        <a:spcBef>
          <a:spcPts val="653"/>
        </a:spcBef>
        <a:buFont typeface="Arial" panose="020B0604020202020204" pitchFamily="34" charset="0"/>
        <a:buChar char="•"/>
        <a:defRPr sz="2350" kern="1200">
          <a:solidFill>
            <a:schemeClr val="tx1"/>
          </a:solidFill>
          <a:latin typeface="+mn-lt"/>
          <a:ea typeface="+mn-ea"/>
          <a:cs typeface="+mn-cs"/>
        </a:defRPr>
      </a:lvl5pPr>
      <a:lvl6pPr marL="3283062" indent="-298460" algn="l" defTabSz="1193841" rtl="0" eaLnBrk="1" latinLnBrk="0" hangingPunct="1">
        <a:lnSpc>
          <a:spcPct val="90000"/>
        </a:lnSpc>
        <a:spcBef>
          <a:spcPts val="653"/>
        </a:spcBef>
        <a:buFont typeface="Arial" panose="020B0604020202020204" pitchFamily="34" charset="0"/>
        <a:buChar char="•"/>
        <a:defRPr sz="2350" kern="1200">
          <a:solidFill>
            <a:schemeClr val="tx1"/>
          </a:solidFill>
          <a:latin typeface="+mn-lt"/>
          <a:ea typeface="+mn-ea"/>
          <a:cs typeface="+mn-cs"/>
        </a:defRPr>
      </a:lvl6pPr>
      <a:lvl7pPr marL="3879982" indent="-298460" algn="l" defTabSz="1193841" rtl="0" eaLnBrk="1" latinLnBrk="0" hangingPunct="1">
        <a:lnSpc>
          <a:spcPct val="90000"/>
        </a:lnSpc>
        <a:spcBef>
          <a:spcPts val="653"/>
        </a:spcBef>
        <a:buFont typeface="Arial" panose="020B0604020202020204" pitchFamily="34" charset="0"/>
        <a:buChar char="•"/>
        <a:defRPr sz="2350" kern="1200">
          <a:solidFill>
            <a:schemeClr val="tx1"/>
          </a:solidFill>
          <a:latin typeface="+mn-lt"/>
          <a:ea typeface="+mn-ea"/>
          <a:cs typeface="+mn-cs"/>
        </a:defRPr>
      </a:lvl7pPr>
      <a:lvl8pPr marL="4476902" indent="-298460" algn="l" defTabSz="1193841" rtl="0" eaLnBrk="1" latinLnBrk="0" hangingPunct="1">
        <a:lnSpc>
          <a:spcPct val="90000"/>
        </a:lnSpc>
        <a:spcBef>
          <a:spcPts val="653"/>
        </a:spcBef>
        <a:buFont typeface="Arial" panose="020B0604020202020204" pitchFamily="34" charset="0"/>
        <a:buChar char="•"/>
        <a:defRPr sz="2350" kern="1200">
          <a:solidFill>
            <a:schemeClr val="tx1"/>
          </a:solidFill>
          <a:latin typeface="+mn-lt"/>
          <a:ea typeface="+mn-ea"/>
          <a:cs typeface="+mn-cs"/>
        </a:defRPr>
      </a:lvl8pPr>
      <a:lvl9pPr marL="5073823" indent="-298460" algn="l" defTabSz="1193841" rtl="0" eaLnBrk="1" latinLnBrk="0" hangingPunct="1">
        <a:lnSpc>
          <a:spcPct val="90000"/>
        </a:lnSpc>
        <a:spcBef>
          <a:spcPts val="653"/>
        </a:spcBef>
        <a:buFont typeface="Arial" panose="020B0604020202020204" pitchFamily="34" charset="0"/>
        <a:buChar char="•"/>
        <a:defRPr sz="2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93841" rtl="0" eaLnBrk="1" latinLnBrk="0" hangingPunct="1">
        <a:defRPr sz="2350" kern="1200">
          <a:solidFill>
            <a:schemeClr val="tx1"/>
          </a:solidFill>
          <a:latin typeface="+mn-lt"/>
          <a:ea typeface="+mn-ea"/>
          <a:cs typeface="+mn-cs"/>
        </a:defRPr>
      </a:lvl1pPr>
      <a:lvl2pPr marL="596920" algn="l" defTabSz="1193841" rtl="0" eaLnBrk="1" latinLnBrk="0" hangingPunct="1">
        <a:defRPr sz="2350" kern="1200">
          <a:solidFill>
            <a:schemeClr val="tx1"/>
          </a:solidFill>
          <a:latin typeface="+mn-lt"/>
          <a:ea typeface="+mn-ea"/>
          <a:cs typeface="+mn-cs"/>
        </a:defRPr>
      </a:lvl2pPr>
      <a:lvl3pPr marL="1193841" algn="l" defTabSz="1193841" rtl="0" eaLnBrk="1" latinLnBrk="0" hangingPunct="1">
        <a:defRPr sz="2350" kern="1200">
          <a:solidFill>
            <a:schemeClr val="tx1"/>
          </a:solidFill>
          <a:latin typeface="+mn-lt"/>
          <a:ea typeface="+mn-ea"/>
          <a:cs typeface="+mn-cs"/>
        </a:defRPr>
      </a:lvl3pPr>
      <a:lvl4pPr marL="1790761" algn="l" defTabSz="1193841" rtl="0" eaLnBrk="1" latinLnBrk="0" hangingPunct="1">
        <a:defRPr sz="2350" kern="1200">
          <a:solidFill>
            <a:schemeClr val="tx1"/>
          </a:solidFill>
          <a:latin typeface="+mn-lt"/>
          <a:ea typeface="+mn-ea"/>
          <a:cs typeface="+mn-cs"/>
        </a:defRPr>
      </a:lvl4pPr>
      <a:lvl5pPr marL="2387681" algn="l" defTabSz="1193841" rtl="0" eaLnBrk="1" latinLnBrk="0" hangingPunct="1">
        <a:defRPr sz="2350" kern="1200">
          <a:solidFill>
            <a:schemeClr val="tx1"/>
          </a:solidFill>
          <a:latin typeface="+mn-lt"/>
          <a:ea typeface="+mn-ea"/>
          <a:cs typeface="+mn-cs"/>
        </a:defRPr>
      </a:lvl5pPr>
      <a:lvl6pPr marL="2984602" algn="l" defTabSz="1193841" rtl="0" eaLnBrk="1" latinLnBrk="0" hangingPunct="1">
        <a:defRPr sz="2350" kern="1200">
          <a:solidFill>
            <a:schemeClr val="tx1"/>
          </a:solidFill>
          <a:latin typeface="+mn-lt"/>
          <a:ea typeface="+mn-ea"/>
          <a:cs typeface="+mn-cs"/>
        </a:defRPr>
      </a:lvl6pPr>
      <a:lvl7pPr marL="3581522" algn="l" defTabSz="1193841" rtl="0" eaLnBrk="1" latinLnBrk="0" hangingPunct="1">
        <a:defRPr sz="2350" kern="1200">
          <a:solidFill>
            <a:schemeClr val="tx1"/>
          </a:solidFill>
          <a:latin typeface="+mn-lt"/>
          <a:ea typeface="+mn-ea"/>
          <a:cs typeface="+mn-cs"/>
        </a:defRPr>
      </a:lvl7pPr>
      <a:lvl8pPr marL="4178442" algn="l" defTabSz="1193841" rtl="0" eaLnBrk="1" latinLnBrk="0" hangingPunct="1">
        <a:defRPr sz="2350" kern="1200">
          <a:solidFill>
            <a:schemeClr val="tx1"/>
          </a:solidFill>
          <a:latin typeface="+mn-lt"/>
          <a:ea typeface="+mn-ea"/>
          <a:cs typeface="+mn-cs"/>
        </a:defRPr>
      </a:lvl8pPr>
      <a:lvl9pPr marL="4775363" algn="l" defTabSz="1193841" rtl="0" eaLnBrk="1" latinLnBrk="0" hangingPunct="1">
        <a:defRPr sz="2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192114F8-6D35-4064-851E-732FFEA66A87}"/>
              </a:ext>
            </a:extLst>
          </p:cNvPr>
          <p:cNvSpPr txBox="1"/>
          <p:nvPr/>
        </p:nvSpPr>
        <p:spPr>
          <a:xfrm>
            <a:off x="524256" y="1414272"/>
            <a:ext cx="6620256" cy="1184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800" b="1" dirty="0">
                <a:solidFill>
                  <a:srgbClr val="02559C"/>
                </a:solidFill>
                <a:latin typeface="Arial Black" panose="020B0A04020102020204" pitchFamily="34" charset="0"/>
              </a:rPr>
              <a:t>ANALISTA DE SGI</a:t>
            </a:r>
          </a:p>
          <a:p>
            <a:r>
              <a:rPr lang="pt-BR" sz="2200" dirty="0">
                <a:solidFill>
                  <a:srgbClr val="02559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(Sistema de Gestão Integrado)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C84A860C-022C-48C4-9FB4-C5052A2A63F1}"/>
              </a:ext>
            </a:extLst>
          </p:cNvPr>
          <p:cNvSpPr txBox="1"/>
          <p:nvPr/>
        </p:nvSpPr>
        <p:spPr>
          <a:xfrm>
            <a:off x="524256" y="2846832"/>
            <a:ext cx="10889488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solidFill>
                  <a:srgbClr val="8FB80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REQUISITOS: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Desejável cursando ensino superior.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Desejável experiência em sistemas de gestão da qualidade.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Desejável experiência nas normas ISO 9001 e ISO 14001.</a:t>
            </a:r>
          </a:p>
          <a:p>
            <a:pPr lvl="0"/>
            <a:endParaRPr lang="pt-BR" sz="22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2000" b="1" dirty="0">
                <a:solidFill>
                  <a:srgbClr val="8FB80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BENEFÍCIOS: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Cartão alimentação de R$197,47/mês.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PPR (divisão de lucros).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Restaurante na empresa.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Seguro de vida.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Ginástica laboral.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Convênio com farmácias.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Plano de saúde e odontológico.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8F9D96CC-1067-4122-974C-46EA3BB8100A}"/>
              </a:ext>
            </a:extLst>
          </p:cNvPr>
          <p:cNvSpPr txBox="1"/>
          <p:nvPr/>
        </p:nvSpPr>
        <p:spPr>
          <a:xfrm>
            <a:off x="524256" y="8494667"/>
            <a:ext cx="720547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Interessados deverão enviar seu currículo até o dia </a:t>
            </a:r>
            <a:r>
              <a:rPr lang="pt-BR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06/04/18 </a:t>
            </a:r>
            <a:r>
              <a:rPr lang="pt-BR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 o e-mail </a:t>
            </a:r>
            <a:r>
              <a:rPr lang="pt-BR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ani@bnpapel.com.br</a:t>
            </a:r>
          </a:p>
          <a:p>
            <a:pPr>
              <a:spcBef>
                <a:spcPts val="1200"/>
              </a:spcBef>
            </a:pPr>
            <a:r>
              <a:rPr lang="pt-BR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 caso de dúvidas, ligue para </a:t>
            </a:r>
            <a:r>
              <a:rPr lang="pt-BR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(47) 3385-2000.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62ADC264-CE93-45CA-B8F8-F7AEC75EE9A2}"/>
              </a:ext>
            </a:extLst>
          </p:cNvPr>
          <p:cNvSpPr/>
          <p:nvPr/>
        </p:nvSpPr>
        <p:spPr>
          <a:xfrm>
            <a:off x="0" y="7568266"/>
            <a:ext cx="11938000" cy="63695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7D31C77-F0CE-4C9C-924E-B91CA3ABA7D7}"/>
              </a:ext>
            </a:extLst>
          </p:cNvPr>
          <p:cNvSpPr txBox="1"/>
          <p:nvPr/>
        </p:nvSpPr>
        <p:spPr>
          <a:xfrm>
            <a:off x="524256" y="7686686"/>
            <a:ext cx="100949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Vaga disponível também para pessoas com deficiência.</a:t>
            </a:r>
          </a:p>
        </p:txBody>
      </p:sp>
    </p:spTree>
    <p:extLst>
      <p:ext uri="{BB962C8B-B14F-4D97-AF65-F5344CB8AC3E}">
        <p14:creationId xmlns:p14="http://schemas.microsoft.com/office/powerpoint/2010/main" val="36627108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E0F33850-B334-4143-A9E7-470D4392268A}"/>
              </a:ext>
            </a:extLst>
          </p:cNvPr>
          <p:cNvSpPr txBox="1"/>
          <p:nvPr/>
        </p:nvSpPr>
        <p:spPr>
          <a:xfrm>
            <a:off x="524256" y="1115568"/>
            <a:ext cx="108894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rgbClr val="02559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Legenda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41F882B-8573-409B-821E-32C9155E00FC}"/>
              </a:ext>
            </a:extLst>
          </p:cNvPr>
          <p:cNvSpPr txBox="1"/>
          <p:nvPr/>
        </p:nvSpPr>
        <p:spPr>
          <a:xfrm>
            <a:off x="524256" y="2090170"/>
            <a:ext cx="10889488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</a:pPr>
            <a:r>
              <a:rPr lang="pt-BR" sz="2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BN Papéis contrata Analista de SGI para atuar em Benedito Novo/SC.</a:t>
            </a:r>
          </a:p>
          <a:p>
            <a:pPr>
              <a:spcBef>
                <a:spcPts val="1200"/>
              </a:spcBef>
            </a:pPr>
            <a:r>
              <a:rPr lang="pt-BR" sz="2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Participe do processo seletivo! </a:t>
            </a:r>
            <a:r>
              <a:rPr lang="pt-BR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Interessados deverão enviar seu currículo até o dia 06/04/18 para o e-mail ani@bnpapel.com.br</a:t>
            </a:r>
          </a:p>
          <a:p>
            <a:pPr>
              <a:spcBef>
                <a:spcPts val="1200"/>
              </a:spcBef>
            </a:pPr>
            <a:r>
              <a:rPr lang="pt-BR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 caso de dúvidas, ligue para (47) 3385-2000.</a:t>
            </a:r>
          </a:p>
        </p:txBody>
      </p:sp>
    </p:spTree>
    <p:extLst>
      <p:ext uri="{BB962C8B-B14F-4D97-AF65-F5344CB8AC3E}">
        <p14:creationId xmlns:p14="http://schemas.microsoft.com/office/powerpoint/2010/main" val="37834466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192114F8-6D35-4064-851E-732FFEA66A87}"/>
              </a:ext>
            </a:extLst>
          </p:cNvPr>
          <p:cNvSpPr txBox="1"/>
          <p:nvPr/>
        </p:nvSpPr>
        <p:spPr>
          <a:xfrm>
            <a:off x="524256" y="4033708"/>
            <a:ext cx="10889488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000" b="1" dirty="0">
                <a:solidFill>
                  <a:srgbClr val="02559C"/>
                </a:solidFill>
                <a:latin typeface="Arial Black" panose="020B0A04020102020204" pitchFamily="34" charset="0"/>
              </a:rPr>
              <a:t>ANALISTA DE SGI</a:t>
            </a:r>
          </a:p>
          <a:p>
            <a:pPr algn="ctr"/>
            <a:r>
              <a:rPr lang="pt-BR" sz="4800" dirty="0">
                <a:solidFill>
                  <a:srgbClr val="02559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(Sistema de Gestão Integrado)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8F9D96CC-1067-4122-974C-46EA3BB8100A}"/>
              </a:ext>
            </a:extLst>
          </p:cNvPr>
          <p:cNvSpPr txBox="1"/>
          <p:nvPr/>
        </p:nvSpPr>
        <p:spPr>
          <a:xfrm>
            <a:off x="524256" y="8494667"/>
            <a:ext cx="720547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Interessados deverão enviar seu currículo até o dia </a:t>
            </a:r>
            <a:r>
              <a:rPr lang="pt-BR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06/04/18 </a:t>
            </a:r>
            <a:r>
              <a:rPr lang="pt-BR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 o e-mail </a:t>
            </a:r>
            <a:r>
              <a:rPr lang="pt-BR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ani@bnpapel.com.br</a:t>
            </a:r>
          </a:p>
          <a:p>
            <a:pPr>
              <a:spcBef>
                <a:spcPts val="1200"/>
              </a:spcBef>
            </a:pPr>
            <a:r>
              <a:rPr lang="pt-BR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 caso de dúvidas, ligue para </a:t>
            </a:r>
            <a:r>
              <a:rPr lang="pt-BR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(47) 3385-2000.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5DFC7CA-9D74-4449-939A-DC6118515EC7}"/>
              </a:ext>
            </a:extLst>
          </p:cNvPr>
          <p:cNvSpPr txBox="1"/>
          <p:nvPr/>
        </p:nvSpPr>
        <p:spPr>
          <a:xfrm>
            <a:off x="524256" y="3456432"/>
            <a:ext cx="108894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b="1" dirty="0">
                <a:solidFill>
                  <a:srgbClr val="8FB80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BN PAPÉIS CONTRATA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17018429-1770-4A9E-A49C-96EEE88F5E06}"/>
              </a:ext>
            </a:extLst>
          </p:cNvPr>
          <p:cNvSpPr/>
          <p:nvPr/>
        </p:nvSpPr>
        <p:spPr>
          <a:xfrm>
            <a:off x="0" y="7568266"/>
            <a:ext cx="11938000" cy="63695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E493160C-80A8-469F-AA93-FE1D5184BF48}"/>
              </a:ext>
            </a:extLst>
          </p:cNvPr>
          <p:cNvSpPr txBox="1"/>
          <p:nvPr/>
        </p:nvSpPr>
        <p:spPr>
          <a:xfrm>
            <a:off x="524256" y="7686686"/>
            <a:ext cx="100949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Vaga disponível também para pessoas com deficiência.</a:t>
            </a:r>
          </a:p>
        </p:txBody>
      </p:sp>
    </p:spTree>
    <p:extLst>
      <p:ext uri="{BB962C8B-B14F-4D97-AF65-F5344CB8AC3E}">
        <p14:creationId xmlns:p14="http://schemas.microsoft.com/office/powerpoint/2010/main" val="1878558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E0F33850-B334-4143-A9E7-470D4392268A}"/>
              </a:ext>
            </a:extLst>
          </p:cNvPr>
          <p:cNvSpPr txBox="1"/>
          <p:nvPr/>
        </p:nvSpPr>
        <p:spPr>
          <a:xfrm>
            <a:off x="524256" y="1115568"/>
            <a:ext cx="108894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rgbClr val="02559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Legenda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41F882B-8573-409B-821E-32C9155E00FC}"/>
              </a:ext>
            </a:extLst>
          </p:cNvPr>
          <p:cNvSpPr txBox="1"/>
          <p:nvPr/>
        </p:nvSpPr>
        <p:spPr>
          <a:xfrm>
            <a:off x="524256" y="2090170"/>
            <a:ext cx="10889488" cy="6801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BN Papéis contrata Analista de SGI para atuar em Benedito Novo/SC.</a:t>
            </a:r>
          </a:p>
          <a:p>
            <a:endParaRPr lang="pt-BR" sz="22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2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Requisitos: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Desejável cursando ensino superior.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Desejável experiência em sistemas de gestão da qualidade.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Desejável experiência nas normas ISO 9001 e ISO 14001.</a:t>
            </a:r>
          </a:p>
          <a:p>
            <a:pPr lvl="0"/>
            <a:endParaRPr lang="pt-BR" sz="22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2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Benefícios:</a:t>
            </a:r>
            <a:endParaRPr lang="pt-BR" sz="2200" dirty="0">
              <a:solidFill>
                <a:srgbClr val="8FB80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Cartão alimentação de R$197,47/mês.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PPR (divisão de lucros).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Restaurante na empresa.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Seguro de vida.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Ginástica laboral.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Convênio com farmácias.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Plano de saúde e odontológico.</a:t>
            </a:r>
          </a:p>
          <a:p>
            <a:endParaRPr lang="pt-BR" sz="24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Interessados deverão enviar seu currículo até o dia 06/04/18 para o e-mail ani@bnpapel.com.br</a:t>
            </a:r>
          </a:p>
          <a:p>
            <a:pPr>
              <a:spcBef>
                <a:spcPts val="1200"/>
              </a:spcBef>
            </a:pPr>
            <a:r>
              <a:rPr lang="pt-BR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 caso de dúvidas, ligue para (47) 3385-2000.</a:t>
            </a:r>
          </a:p>
        </p:txBody>
      </p:sp>
    </p:spTree>
    <p:extLst>
      <p:ext uri="{BB962C8B-B14F-4D97-AF65-F5344CB8AC3E}">
        <p14:creationId xmlns:p14="http://schemas.microsoft.com/office/powerpoint/2010/main" val="344100949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46</TotalTime>
  <Words>324</Words>
  <Application>Microsoft Office PowerPoint</Application>
  <PresentationFormat>Personalizar</PresentationFormat>
  <Paragraphs>47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9" baseType="lpstr">
      <vt:lpstr>Arial</vt:lpstr>
      <vt:lpstr>Arial Black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Soul Marketing</dc:creator>
  <cp:lastModifiedBy>Soul Marketing</cp:lastModifiedBy>
  <cp:revision>6</cp:revision>
  <dcterms:created xsi:type="dcterms:W3CDTF">2018-04-17T12:15:25Z</dcterms:created>
  <dcterms:modified xsi:type="dcterms:W3CDTF">2018-08-22T20:11:21Z</dcterms:modified>
</cp:coreProperties>
</file>