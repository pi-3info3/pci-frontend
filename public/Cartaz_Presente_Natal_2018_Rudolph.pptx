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0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4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383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059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616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588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83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39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871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814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517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791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A6620-27D1-436D-B932-EF3A2213586A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9B1DA-E402-45CB-93D0-E6925FC39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437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B2632F5-DF11-498D-9135-37ABEA37C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" y="0"/>
            <a:ext cx="7558636" cy="1069181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7ADBFCD0-C565-4FD5-889B-53B6D71BE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9274" y="607216"/>
            <a:ext cx="4241126" cy="111077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83CC703-3628-4DC5-BA25-25FECCAA588A}"/>
              </a:ext>
            </a:extLst>
          </p:cNvPr>
          <p:cNvSpPr txBox="1"/>
          <p:nvPr/>
        </p:nvSpPr>
        <p:spPr>
          <a:xfrm>
            <a:off x="1067784" y="2327891"/>
            <a:ext cx="54241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Proxima Nova Rg" panose="02000506030000020004" pitchFamily="50" charset="0"/>
              </a:rPr>
              <a:t>Nosso Time está mais engajado e mais unido, e isso trará um brilho extra aos nossos festejos de fim de ano.</a:t>
            </a:r>
          </a:p>
          <a:p>
            <a:pPr algn="ctr"/>
            <a:r>
              <a:rPr lang="pt-BR" sz="1600" dirty="0">
                <a:latin typeface="Proxima Nova Rg" panose="02000506030000020004" pitchFamily="50" charset="0"/>
              </a:rPr>
              <a:t>Em retribuição, a Rudolph dá a Você e sua família a opção de escolher o seu presente de Natal.</a:t>
            </a:r>
          </a:p>
          <a:p>
            <a:pPr algn="ctr"/>
            <a:r>
              <a:rPr lang="pt-BR" sz="1600" dirty="0">
                <a:latin typeface="Proxima Nova Rg" panose="02000506030000020004" pitchFamily="50" charset="0"/>
              </a:rPr>
              <a:t> </a:t>
            </a:r>
          </a:p>
          <a:p>
            <a:pPr algn="ctr"/>
            <a:r>
              <a:rPr lang="pt-BR" sz="1600" dirty="0">
                <a:latin typeface="Proxima Nova Rg" panose="02000506030000020004" pitchFamily="50" charset="0"/>
              </a:rPr>
              <a:t>Você receberá, antes do fim da semana, um folder contendo 5 opções de presente.</a:t>
            </a:r>
          </a:p>
          <a:p>
            <a:pPr algn="ctr"/>
            <a:r>
              <a:rPr lang="pt-BR" sz="1600" dirty="0">
                <a:latin typeface="Proxima Nova Rg" panose="02000506030000020004" pitchFamily="50" charset="0"/>
              </a:rPr>
              <a:t>Leve-o para casa, converse com sua família e traga o cupom de volta na 2ª-feira, dia 5 de novembro, depositando-o na urna que estará no Refeitório.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CE8933D-56A6-4EB0-A352-476F5D499F8D}"/>
              </a:ext>
            </a:extLst>
          </p:cNvPr>
          <p:cNvSpPr/>
          <p:nvPr/>
        </p:nvSpPr>
        <p:spPr>
          <a:xfrm>
            <a:off x="2214942" y="5626226"/>
            <a:ext cx="3129790" cy="618185"/>
          </a:xfrm>
          <a:prstGeom prst="roundRect">
            <a:avLst>
              <a:gd name="adj" fmla="val 50000"/>
            </a:avLst>
          </a:prstGeom>
          <a:solidFill>
            <a:srgbClr val="A9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23E8C90-0039-40B5-9500-220DEB847AA6}"/>
              </a:ext>
            </a:extLst>
          </p:cNvPr>
          <p:cNvSpPr txBox="1"/>
          <p:nvPr/>
        </p:nvSpPr>
        <p:spPr>
          <a:xfrm>
            <a:off x="1067784" y="5735263"/>
            <a:ext cx="5424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Proxima Nova Bl" panose="02000506030000020004" pitchFamily="50" charset="0"/>
              </a:rPr>
              <a:t>OPÇÃO 1 – KIT CEIA</a:t>
            </a: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812214F5-5A84-419A-AC48-FDC46F4C91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5454" y="6668072"/>
            <a:ext cx="4288767" cy="2005138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0CDB5B-2034-4E05-9046-B95B5FFF31E8}"/>
              </a:ext>
            </a:extLst>
          </p:cNvPr>
          <p:cNvSpPr txBox="1"/>
          <p:nvPr/>
        </p:nvSpPr>
        <p:spPr>
          <a:xfrm>
            <a:off x="1067784" y="9076880"/>
            <a:ext cx="54241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latin typeface="Proxima Nova Rg" panose="02000506030000020004" pitchFamily="50" charset="0"/>
              </a:rPr>
              <a:t>KIT CEIA</a:t>
            </a:r>
          </a:p>
          <a:p>
            <a:pPr algn="ctr"/>
            <a:r>
              <a:rPr lang="pt-BR" sz="1400" dirty="0">
                <a:latin typeface="Proxima Nova Rg" panose="02000506030000020004" pitchFamily="50" charset="0"/>
              </a:rPr>
              <a:t>Contém: 01 </a:t>
            </a:r>
            <a:r>
              <a:rPr lang="pt-BR" sz="1400" dirty="0" err="1">
                <a:latin typeface="Proxima Nova Rg" panose="02000506030000020004" pitchFamily="50" charset="0"/>
              </a:rPr>
              <a:t>chester</a:t>
            </a:r>
            <a:r>
              <a:rPr lang="pt-BR" sz="1400" dirty="0">
                <a:latin typeface="Proxima Nova Rg" panose="02000506030000020004" pitchFamily="50" charset="0"/>
              </a:rPr>
              <a:t> Perdigão de 3 a 3,5kg; 01 costela suína na brasa de 800g; 01 filé mignon suíno de 1kg; 01 bolsa térmica de 16l.</a:t>
            </a:r>
          </a:p>
        </p:txBody>
      </p:sp>
    </p:spTree>
    <p:extLst>
      <p:ext uri="{BB962C8B-B14F-4D97-AF65-F5344CB8AC3E}">
        <p14:creationId xmlns:p14="http://schemas.microsoft.com/office/powerpoint/2010/main" val="54076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B44B45A-A8D2-465A-AE8A-9D5BC37D2F92}"/>
              </a:ext>
            </a:extLst>
          </p:cNvPr>
          <p:cNvSpPr/>
          <p:nvPr/>
        </p:nvSpPr>
        <p:spPr>
          <a:xfrm>
            <a:off x="0" y="10160330"/>
            <a:ext cx="7559675" cy="5314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CE8933D-56A6-4EB0-A352-476F5D499F8D}"/>
              </a:ext>
            </a:extLst>
          </p:cNvPr>
          <p:cNvSpPr/>
          <p:nvPr/>
        </p:nvSpPr>
        <p:spPr>
          <a:xfrm>
            <a:off x="2214942" y="531483"/>
            <a:ext cx="3129790" cy="618185"/>
          </a:xfrm>
          <a:prstGeom prst="roundRect">
            <a:avLst>
              <a:gd name="adj" fmla="val 50000"/>
            </a:avLst>
          </a:prstGeom>
          <a:solidFill>
            <a:srgbClr val="A9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23E8C90-0039-40B5-9500-220DEB847AA6}"/>
              </a:ext>
            </a:extLst>
          </p:cNvPr>
          <p:cNvSpPr txBox="1"/>
          <p:nvPr/>
        </p:nvSpPr>
        <p:spPr>
          <a:xfrm>
            <a:off x="2214942" y="640520"/>
            <a:ext cx="3129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Proxima Nova Bl" panose="02000506030000020004" pitchFamily="50" charset="0"/>
              </a:rPr>
              <a:t>OPÇÃO 2 – KIT FESTA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0CDB5B-2034-4E05-9046-B95B5FFF31E8}"/>
              </a:ext>
            </a:extLst>
          </p:cNvPr>
          <p:cNvSpPr txBox="1"/>
          <p:nvPr/>
        </p:nvSpPr>
        <p:spPr>
          <a:xfrm>
            <a:off x="434975" y="5801137"/>
            <a:ext cx="668972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latin typeface="Proxima Nova Rg" panose="02000506030000020004" pitchFamily="50" charset="0"/>
              </a:rPr>
              <a:t>KIT FESTA</a:t>
            </a:r>
          </a:p>
          <a:p>
            <a:pPr algn="ctr"/>
            <a:r>
              <a:rPr lang="pt-BR" sz="1200" dirty="0">
                <a:latin typeface="Proxima Nova Rg" panose="02000506030000020004" pitchFamily="50" charset="0"/>
              </a:rPr>
              <a:t>01 </a:t>
            </a:r>
            <a:r>
              <a:rPr lang="pt-BR" sz="1200" dirty="0" err="1">
                <a:latin typeface="Proxima Nova Rg" panose="02000506030000020004" pitchFamily="50" charset="0"/>
              </a:rPr>
              <a:t>Panetone</a:t>
            </a:r>
            <a:r>
              <a:rPr lang="pt-BR" sz="1200" dirty="0">
                <a:latin typeface="Proxima Nova Rg" panose="02000506030000020004" pitchFamily="50" charset="0"/>
              </a:rPr>
              <a:t> com Frutas Casa </a:t>
            </a:r>
            <a:r>
              <a:rPr lang="pt-BR" sz="1200" dirty="0" err="1">
                <a:latin typeface="Proxima Nova Rg" panose="02000506030000020004" pitchFamily="50" charset="0"/>
              </a:rPr>
              <a:t>Suiça</a:t>
            </a:r>
            <a:r>
              <a:rPr lang="pt-BR" sz="1200" dirty="0">
                <a:latin typeface="Proxima Nova Rg" panose="02000506030000020004" pitchFamily="50" charset="0"/>
              </a:rPr>
              <a:t> </a:t>
            </a:r>
            <a:r>
              <a:rPr lang="pt-BR" sz="1200" dirty="0" err="1">
                <a:latin typeface="Proxima Nova Rg" panose="02000506030000020004" pitchFamily="50" charset="0"/>
              </a:rPr>
              <a:t>cx</a:t>
            </a:r>
            <a:r>
              <a:rPr lang="pt-BR" sz="1200" dirty="0">
                <a:latin typeface="Proxima Nova Rg" panose="02000506030000020004" pitchFamily="50" charset="0"/>
              </a:rPr>
              <a:t> 400g, 01 </a:t>
            </a:r>
            <a:r>
              <a:rPr lang="pt-BR" sz="1200" dirty="0" err="1">
                <a:latin typeface="Proxima Nova Rg" panose="02000506030000020004" pitchFamily="50" charset="0"/>
              </a:rPr>
              <a:t>Panetone</a:t>
            </a:r>
            <a:r>
              <a:rPr lang="pt-BR" sz="1200" dirty="0">
                <a:latin typeface="Proxima Nova Rg" panose="02000506030000020004" pitchFamily="50" charset="0"/>
              </a:rPr>
              <a:t> com Gotas de Chocolate Casa Suíça </a:t>
            </a:r>
            <a:r>
              <a:rPr lang="pt-BR" sz="1200" dirty="0" err="1">
                <a:latin typeface="Proxima Nova Rg" panose="02000506030000020004" pitchFamily="50" charset="0"/>
              </a:rPr>
              <a:t>cx</a:t>
            </a:r>
            <a:r>
              <a:rPr lang="pt-BR" sz="1200" dirty="0">
                <a:latin typeface="Proxima Nova Rg" panose="02000506030000020004" pitchFamily="50" charset="0"/>
              </a:rPr>
              <a:t> 400g, 01 Vinho Tinto Suave de Mesa </a:t>
            </a:r>
            <a:r>
              <a:rPr lang="pt-BR" sz="1200" dirty="0" err="1">
                <a:latin typeface="Proxima Nova Rg" panose="02000506030000020004" pitchFamily="50" charset="0"/>
              </a:rPr>
              <a:t>Sanroville</a:t>
            </a:r>
            <a:r>
              <a:rPr lang="pt-BR" sz="1200" dirty="0">
                <a:latin typeface="Proxima Nova Rg" panose="02000506030000020004" pitchFamily="50" charset="0"/>
              </a:rPr>
              <a:t> </a:t>
            </a:r>
            <a:r>
              <a:rPr lang="pt-BR" sz="1200" dirty="0" err="1">
                <a:latin typeface="Proxima Nova Rg" panose="02000506030000020004" pitchFamily="50" charset="0"/>
              </a:rPr>
              <a:t>gf</a:t>
            </a:r>
            <a:r>
              <a:rPr lang="pt-BR" sz="1200" dirty="0">
                <a:latin typeface="Proxima Nova Rg" panose="02000506030000020004" pitchFamily="50" charset="0"/>
              </a:rPr>
              <a:t> 750ml, 01 Espumante Filtrado </a:t>
            </a:r>
            <a:r>
              <a:rPr lang="pt-BR" sz="1200" dirty="0" err="1">
                <a:latin typeface="Proxima Nova Rg" panose="02000506030000020004" pitchFamily="50" charset="0"/>
              </a:rPr>
              <a:t>Pol</a:t>
            </a:r>
            <a:r>
              <a:rPr lang="pt-BR" sz="1200" dirty="0">
                <a:latin typeface="Proxima Nova Rg" panose="02000506030000020004" pitchFamily="50" charset="0"/>
              </a:rPr>
              <a:t> Lorraine </a:t>
            </a:r>
            <a:r>
              <a:rPr lang="pt-BR" sz="1200" dirty="0" err="1">
                <a:latin typeface="Proxima Nova Rg" panose="02000506030000020004" pitchFamily="50" charset="0"/>
              </a:rPr>
              <a:t>gf</a:t>
            </a:r>
            <a:r>
              <a:rPr lang="pt-BR" sz="1200" dirty="0">
                <a:latin typeface="Proxima Nova Rg" panose="02000506030000020004" pitchFamily="50" charset="0"/>
              </a:rPr>
              <a:t> 750ml, 01 Caixa de Bombons Sortidos da Família Dadinho com Desenho de uma Kombi cx180g, 01 Pêssegos em Calda Metades </a:t>
            </a:r>
            <a:r>
              <a:rPr lang="pt-BR" sz="1200" dirty="0" err="1">
                <a:latin typeface="Proxima Nova Rg" panose="02000506030000020004" pitchFamily="50" charset="0"/>
              </a:rPr>
              <a:t>Schramm</a:t>
            </a:r>
            <a:r>
              <a:rPr lang="pt-BR" sz="1200" dirty="0">
                <a:latin typeface="Proxima Nova Rg" panose="02000506030000020004" pitchFamily="50" charset="0"/>
              </a:rPr>
              <a:t> </a:t>
            </a:r>
            <a:r>
              <a:rPr lang="pt-BR" sz="1200" dirty="0" err="1">
                <a:latin typeface="Proxima Nova Rg" panose="02000506030000020004" pitchFamily="50" charset="0"/>
              </a:rPr>
              <a:t>lt</a:t>
            </a:r>
            <a:r>
              <a:rPr lang="pt-BR" sz="1200" dirty="0">
                <a:latin typeface="Proxima Nova Rg" panose="02000506030000020004" pitchFamily="50" charset="0"/>
              </a:rPr>
              <a:t> 450g, 01 Balas de Goma </a:t>
            </a:r>
            <a:r>
              <a:rPr lang="pt-BR" sz="1200" dirty="0" err="1">
                <a:latin typeface="Proxima Nova Rg" panose="02000506030000020004" pitchFamily="50" charset="0"/>
              </a:rPr>
              <a:t>Gomaks</a:t>
            </a:r>
            <a:r>
              <a:rPr lang="pt-BR" sz="1200" dirty="0">
                <a:latin typeface="Proxima Nova Rg" panose="02000506030000020004" pitchFamily="50" charset="0"/>
              </a:rPr>
              <a:t> </a:t>
            </a:r>
            <a:r>
              <a:rPr lang="pt-BR" sz="1200" dirty="0" err="1">
                <a:latin typeface="Proxima Nova Rg" panose="02000506030000020004" pitchFamily="50" charset="0"/>
              </a:rPr>
              <a:t>Amendupã</a:t>
            </a:r>
            <a:r>
              <a:rPr lang="pt-BR" sz="1200" dirty="0">
                <a:latin typeface="Proxima Nova Rg" panose="02000506030000020004" pitchFamily="50" charset="0"/>
              </a:rPr>
              <a:t>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100g, 01 Biscoitos </a:t>
            </a:r>
            <a:r>
              <a:rPr lang="pt-BR" sz="1200" dirty="0" err="1">
                <a:latin typeface="Proxima Nova Rg" panose="02000506030000020004" pitchFamily="50" charset="0"/>
              </a:rPr>
              <a:t>waffer</a:t>
            </a:r>
            <a:r>
              <a:rPr lang="pt-BR" sz="1200" dirty="0">
                <a:latin typeface="Proxima Nova Rg" panose="02000506030000020004" pitchFamily="50" charset="0"/>
              </a:rPr>
              <a:t> com Recheio de Ovomaltine Bauducco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104g (Lançamento 2018), 01 Biscoitos Aperitivos </a:t>
            </a:r>
            <a:r>
              <a:rPr lang="pt-BR" sz="1200" dirty="0" err="1">
                <a:latin typeface="Proxima Nova Rg" panose="02000506030000020004" pitchFamily="50" charset="0"/>
              </a:rPr>
              <a:t>Salpet</a:t>
            </a:r>
            <a:r>
              <a:rPr lang="pt-BR" sz="1200" dirty="0">
                <a:latin typeface="Proxima Nova Rg" panose="02000506030000020004" pitchFamily="50" charset="0"/>
              </a:rPr>
              <a:t> Triunfo – Arcor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100g, 01 Biscoitos Champagne Visconti – Bauducco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75g, 01 Bolo de Nozes Preparo da Vovó Augusta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400g, 01 Castanhas do Pará Com Casca 150g, 01 Farofa Pronta Temperada Vovó Augusta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200g, 01 Salaminho Fatiado Seara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100g, 04 Queijos Pasteurizado Vigor </a:t>
            </a:r>
            <a:r>
              <a:rPr lang="pt-BR" sz="1200" dirty="0" err="1">
                <a:latin typeface="Proxima Nova Rg" panose="02000506030000020004" pitchFamily="50" charset="0"/>
              </a:rPr>
              <a:t>cx</a:t>
            </a:r>
            <a:r>
              <a:rPr lang="pt-BR" sz="1200" dirty="0">
                <a:latin typeface="Proxima Nova Rg" panose="02000506030000020004" pitchFamily="50" charset="0"/>
              </a:rPr>
              <a:t> 17g, 01 Lentilhas do Canadá Safra 2018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200g, 01 Amendoim Torrado e Salgado Vovó Augusta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100g, 01 Maionese Vigor </a:t>
            </a:r>
            <a:r>
              <a:rPr lang="pt-BR" sz="1200" dirty="0" err="1">
                <a:latin typeface="Proxima Nova Rg" panose="02000506030000020004" pitchFamily="50" charset="0"/>
              </a:rPr>
              <a:t>st</a:t>
            </a:r>
            <a:r>
              <a:rPr lang="pt-BR" sz="1200" dirty="0">
                <a:latin typeface="Proxima Nova Rg" panose="02000506030000020004" pitchFamily="50" charset="0"/>
              </a:rPr>
              <a:t> 200g,</a:t>
            </a:r>
          </a:p>
          <a:p>
            <a:pPr algn="ctr"/>
            <a:r>
              <a:rPr lang="pt-BR" sz="1200" dirty="0">
                <a:latin typeface="Proxima Nova Rg" panose="02000506030000020004" pitchFamily="50" charset="0"/>
              </a:rPr>
              <a:t>01 Seleta de Legumes Stella D’oro </a:t>
            </a:r>
            <a:r>
              <a:rPr lang="pt-BR" sz="1200" dirty="0" err="1">
                <a:latin typeface="Proxima Nova Rg" panose="02000506030000020004" pitchFamily="50" charset="0"/>
              </a:rPr>
              <a:t>lt</a:t>
            </a:r>
            <a:r>
              <a:rPr lang="pt-BR" sz="1200" dirty="0">
                <a:latin typeface="Proxima Nova Rg" panose="02000506030000020004" pitchFamily="50" charset="0"/>
              </a:rPr>
              <a:t> 200g, 01 Manjar de Coco Preparo, Vovó Augusta </a:t>
            </a:r>
            <a:r>
              <a:rPr lang="pt-BR" sz="1200" dirty="0" err="1">
                <a:latin typeface="Proxima Nova Rg" panose="02000506030000020004" pitchFamily="50" charset="0"/>
              </a:rPr>
              <a:t>st</a:t>
            </a:r>
            <a:r>
              <a:rPr lang="pt-BR" sz="1200" dirty="0">
                <a:latin typeface="Proxima Nova Rg" panose="02000506030000020004" pitchFamily="50" charset="0"/>
              </a:rPr>
              <a:t> 85g, </a:t>
            </a:r>
          </a:p>
          <a:p>
            <a:pPr algn="ctr"/>
            <a:r>
              <a:rPr lang="pt-BR" sz="1200" dirty="0">
                <a:latin typeface="Proxima Nova Rg" panose="02000506030000020004" pitchFamily="50" charset="0"/>
              </a:rPr>
              <a:t>01 Linguicinha defumada aperitivo Seara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240g, 02 Gelatinas Sol 25 g, 01 Ameixas Secas Argentinas Safra 2018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100g, 01 Massa Salgada Preparo Tortas Doces e Salgadas Vovó Augusta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350g, 01 Azeitonas Verdes Feudo Safra 2018 </a:t>
            </a:r>
            <a:r>
              <a:rPr lang="pt-BR" sz="1200" dirty="0" err="1">
                <a:latin typeface="Proxima Nova Rg" panose="02000506030000020004" pitchFamily="50" charset="0"/>
              </a:rPr>
              <a:t>St</a:t>
            </a:r>
            <a:r>
              <a:rPr lang="pt-BR" sz="1200" dirty="0">
                <a:latin typeface="Proxima Nova Rg" panose="02000506030000020004" pitchFamily="50" charset="0"/>
              </a:rPr>
              <a:t> 100g (Produzidas embaladas em Córdoba – Espanha), 01 Embalagem de Embarque, 01 Ervilhas em Conserva Stella D’oro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200g, 01 Macarrão de Vegetais Parafuso </a:t>
            </a:r>
            <a:r>
              <a:rPr lang="pt-BR" sz="1200" dirty="0" err="1">
                <a:latin typeface="Proxima Nova Rg" panose="02000506030000020004" pitchFamily="50" charset="0"/>
              </a:rPr>
              <a:t>Tricolori</a:t>
            </a:r>
            <a:r>
              <a:rPr lang="pt-BR" sz="1200" dirty="0">
                <a:latin typeface="Proxima Nova Rg" panose="02000506030000020004" pitchFamily="50" charset="0"/>
              </a:rPr>
              <a:t> Paulista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200g, 01 Pipocas em Grãos Safra 2018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200g Faz um Balde (Na Panela ou </a:t>
            </a:r>
            <a:r>
              <a:rPr lang="pt-BR" sz="1200" dirty="0" err="1">
                <a:latin typeface="Proxima Nova Rg" panose="02000506030000020004" pitchFamily="50" charset="0"/>
              </a:rPr>
              <a:t>Microondas</a:t>
            </a:r>
            <a:r>
              <a:rPr lang="pt-BR" sz="1200" dirty="0">
                <a:latin typeface="Proxima Nova Rg" panose="02000506030000020004" pitchFamily="50" charset="0"/>
              </a:rPr>
              <a:t>), 01 Mix de Frutas Secas Risk </a:t>
            </a:r>
            <a:r>
              <a:rPr lang="pt-BR" sz="1200" dirty="0" err="1">
                <a:latin typeface="Proxima Nova Rg" panose="02000506030000020004" pitchFamily="50" charset="0"/>
              </a:rPr>
              <a:t>pc</a:t>
            </a:r>
            <a:r>
              <a:rPr lang="pt-BR" sz="1200" dirty="0">
                <a:latin typeface="Proxima Nova Rg" panose="02000506030000020004" pitchFamily="50" charset="0"/>
              </a:rPr>
              <a:t> 50g (Mistura de Nozes, Amendoim, Passas, Amêndoas, Castanhas Caju e do Pará), 02 Pães de Mel com Chocolate ao Leite em Formato de Estrela </a:t>
            </a:r>
            <a:r>
              <a:rPr lang="pt-BR" sz="1200" dirty="0" err="1">
                <a:latin typeface="Proxima Nova Rg" panose="02000506030000020004" pitchFamily="50" charset="0"/>
              </a:rPr>
              <a:t>un</a:t>
            </a:r>
            <a:r>
              <a:rPr lang="pt-BR" sz="1200" dirty="0">
                <a:latin typeface="Proxima Nova Rg" panose="02000506030000020004" pitchFamily="50" charset="0"/>
              </a:rPr>
              <a:t> 30g (cada), 01 Suco de Caju Concentrado Jandaia pet 500ml, 03 </a:t>
            </a:r>
            <a:r>
              <a:rPr lang="pt-BR" sz="1200" dirty="0" err="1">
                <a:latin typeface="Proxima Nova Rg" panose="02000506030000020004" pitchFamily="50" charset="0"/>
              </a:rPr>
              <a:t>Torrones</a:t>
            </a:r>
            <a:r>
              <a:rPr lang="pt-BR" sz="1200" dirty="0">
                <a:latin typeface="Proxima Nova Rg" panose="02000506030000020004" pitchFamily="50" charset="0"/>
              </a:rPr>
              <a:t> com Amendoim </a:t>
            </a:r>
            <a:r>
              <a:rPr lang="pt-BR" sz="1200" dirty="0" err="1">
                <a:latin typeface="Proxima Nova Rg" panose="02000506030000020004" pitchFamily="50" charset="0"/>
              </a:rPr>
              <a:t>Helda</a:t>
            </a:r>
            <a:r>
              <a:rPr lang="pt-BR" sz="1200" dirty="0">
                <a:latin typeface="Proxima Nova Rg" panose="02000506030000020004" pitchFamily="50" charset="0"/>
              </a:rPr>
              <a:t> </a:t>
            </a:r>
            <a:r>
              <a:rPr lang="pt-BR" sz="1200" dirty="0" err="1">
                <a:latin typeface="Proxima Nova Rg" panose="02000506030000020004" pitchFamily="50" charset="0"/>
              </a:rPr>
              <a:t>br</a:t>
            </a:r>
            <a:r>
              <a:rPr lang="pt-BR" sz="1200" dirty="0">
                <a:latin typeface="Proxima Nova Rg" panose="02000506030000020004" pitchFamily="50" charset="0"/>
              </a:rPr>
              <a:t> 20g, 01 Filme Plástico Lacre e Protetor da Embalagem, 01 Sacola Importada Impermeável Shopping Bag.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F8E5D2CD-55C6-42A7-93DE-306EECA53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2089" y="1500106"/>
            <a:ext cx="5135497" cy="406325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AB79024-B61F-4E5B-A313-C80C836BAC44}"/>
              </a:ext>
            </a:extLst>
          </p:cNvPr>
          <p:cNvSpPr txBox="1"/>
          <p:nvPr/>
        </p:nvSpPr>
        <p:spPr>
          <a:xfrm>
            <a:off x="312625" y="10302961"/>
            <a:ext cx="69344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Proxima Nova Rg" panose="02000506030000020004" pitchFamily="50" charset="0"/>
              </a:rPr>
              <a:t>As marcas dos produtos do “Kit Festa” poderão ser alteradas, não interferindo na quantidade e qualidade do kit.</a:t>
            </a:r>
          </a:p>
        </p:txBody>
      </p:sp>
    </p:spTree>
    <p:extLst>
      <p:ext uri="{BB962C8B-B14F-4D97-AF65-F5344CB8AC3E}">
        <p14:creationId xmlns:p14="http://schemas.microsoft.com/office/powerpoint/2010/main" val="3972638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CE8933D-56A6-4EB0-A352-476F5D499F8D}"/>
              </a:ext>
            </a:extLst>
          </p:cNvPr>
          <p:cNvSpPr/>
          <p:nvPr/>
        </p:nvSpPr>
        <p:spPr>
          <a:xfrm>
            <a:off x="1815697" y="660273"/>
            <a:ext cx="3928280" cy="618185"/>
          </a:xfrm>
          <a:prstGeom prst="roundRect">
            <a:avLst>
              <a:gd name="adj" fmla="val 50000"/>
            </a:avLst>
          </a:prstGeom>
          <a:solidFill>
            <a:srgbClr val="A9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23E8C90-0039-40B5-9500-220DEB847AA6}"/>
              </a:ext>
            </a:extLst>
          </p:cNvPr>
          <p:cNvSpPr txBox="1"/>
          <p:nvPr/>
        </p:nvSpPr>
        <p:spPr>
          <a:xfrm>
            <a:off x="1931606" y="769310"/>
            <a:ext cx="3696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Proxima Nova Bl" panose="02000506030000020004" pitchFamily="50" charset="0"/>
              </a:rPr>
              <a:t>OPÇÃO 3 – KIT CHURRASCO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0CDB5B-2034-4E05-9046-B95B5FFF31E8}"/>
              </a:ext>
            </a:extLst>
          </p:cNvPr>
          <p:cNvSpPr txBox="1"/>
          <p:nvPr/>
        </p:nvSpPr>
        <p:spPr>
          <a:xfrm>
            <a:off x="4382363" y="2227310"/>
            <a:ext cx="31093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Proxima Nova Rg" panose="02000506030000020004" pitchFamily="50" charset="0"/>
              </a:rPr>
              <a:t>KIT CHURRASCO</a:t>
            </a:r>
          </a:p>
          <a:p>
            <a:r>
              <a:rPr lang="pt-BR" sz="1400" dirty="0">
                <a:latin typeface="Proxima Nova Rg" panose="02000506030000020004" pitchFamily="50" charset="0"/>
              </a:rPr>
              <a:t>Contém: 01 tábua,</a:t>
            </a:r>
          </a:p>
          <a:p>
            <a:r>
              <a:rPr lang="pt-BR" sz="1400" dirty="0">
                <a:latin typeface="Proxima Nova Rg" panose="02000506030000020004" pitchFamily="50" charset="0"/>
              </a:rPr>
              <a:t>01 conjunto de facas, 01 garfo</a:t>
            </a:r>
          </a:p>
          <a:p>
            <a:r>
              <a:rPr lang="pt-BR" sz="1400" dirty="0">
                <a:latin typeface="Proxima Nova Rg" panose="02000506030000020004" pitchFamily="50" charset="0"/>
              </a:rPr>
              <a:t>e 01 caixa térmica 12l.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576A65A-1AD9-46C9-864F-378E1A4DDA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740" t="32499" r="14539" b="56955"/>
          <a:stretch/>
        </p:blipFill>
        <p:spPr>
          <a:xfrm>
            <a:off x="415669" y="1629637"/>
            <a:ext cx="4159754" cy="2143874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58789CB-F0B0-4B73-A1D7-4F6AA3B8FB4E}"/>
              </a:ext>
            </a:extLst>
          </p:cNvPr>
          <p:cNvSpPr/>
          <p:nvPr/>
        </p:nvSpPr>
        <p:spPr>
          <a:xfrm>
            <a:off x="1815697" y="3987187"/>
            <a:ext cx="3928280" cy="618185"/>
          </a:xfrm>
          <a:prstGeom prst="roundRect">
            <a:avLst>
              <a:gd name="adj" fmla="val 50000"/>
            </a:avLst>
          </a:prstGeom>
          <a:solidFill>
            <a:srgbClr val="A9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9C79A21-ADE1-4ACA-8630-26F9C3E59BAD}"/>
              </a:ext>
            </a:extLst>
          </p:cNvPr>
          <p:cNvSpPr txBox="1"/>
          <p:nvPr/>
        </p:nvSpPr>
        <p:spPr>
          <a:xfrm>
            <a:off x="1931606" y="4096224"/>
            <a:ext cx="3696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Proxima Nova Bl" panose="02000506030000020004" pitchFamily="50" charset="0"/>
              </a:rPr>
              <a:t>OPÇÃO 4 – KIT PRAIA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7D2B838-63E9-43E0-BEAD-A9E08AF00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8627" y="5069727"/>
            <a:ext cx="3542956" cy="1627288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89165FE-FE8B-4A55-B1DE-0B8F123C0D80}"/>
              </a:ext>
            </a:extLst>
          </p:cNvPr>
          <p:cNvSpPr txBox="1"/>
          <p:nvPr/>
        </p:nvSpPr>
        <p:spPr>
          <a:xfrm>
            <a:off x="103032" y="5484106"/>
            <a:ext cx="28777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latin typeface="Proxima Nova Rg" panose="02000506030000020004" pitchFamily="50" charset="0"/>
              </a:rPr>
              <a:t>KIT PRAIA</a:t>
            </a:r>
          </a:p>
          <a:p>
            <a:pPr algn="r"/>
            <a:r>
              <a:rPr lang="pt-BR" sz="1400" dirty="0">
                <a:latin typeface="Proxima Nova Rg" panose="02000506030000020004" pitchFamily="50" charset="0"/>
              </a:rPr>
              <a:t>Contém: 01 cadeira de praia</a:t>
            </a:r>
          </a:p>
          <a:p>
            <a:pPr algn="r"/>
            <a:r>
              <a:rPr lang="pt-BR" sz="1400" dirty="0">
                <a:latin typeface="Proxima Nova Rg" panose="02000506030000020004" pitchFamily="50" charset="0"/>
              </a:rPr>
              <a:t>e 01 guarda-sol 1,60m.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A64F1AD-D737-465E-A16B-7ADC86B7CF75}"/>
              </a:ext>
            </a:extLst>
          </p:cNvPr>
          <p:cNvSpPr/>
          <p:nvPr/>
        </p:nvSpPr>
        <p:spPr>
          <a:xfrm>
            <a:off x="1815697" y="7223593"/>
            <a:ext cx="3928280" cy="618185"/>
          </a:xfrm>
          <a:prstGeom prst="roundRect">
            <a:avLst>
              <a:gd name="adj" fmla="val 50000"/>
            </a:avLst>
          </a:prstGeom>
          <a:solidFill>
            <a:srgbClr val="A9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7FAAC42-696E-42F3-908D-7944C5FD2E1A}"/>
              </a:ext>
            </a:extLst>
          </p:cNvPr>
          <p:cNvSpPr txBox="1"/>
          <p:nvPr/>
        </p:nvSpPr>
        <p:spPr>
          <a:xfrm>
            <a:off x="1931606" y="7332630"/>
            <a:ext cx="3696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Proxima Nova Bl" panose="02000506030000020004" pitchFamily="50" charset="0"/>
              </a:rPr>
              <a:t>OPÇÃO 5 – CAIXA DE SOM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D01C7B4-1EDD-4129-92A3-34DBCF8857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38889" y="8381257"/>
            <a:ext cx="2083378" cy="1829994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4396DAEE-983D-4437-8A48-3D750599C86B}"/>
              </a:ext>
            </a:extLst>
          </p:cNvPr>
          <p:cNvSpPr txBox="1"/>
          <p:nvPr/>
        </p:nvSpPr>
        <p:spPr>
          <a:xfrm>
            <a:off x="3739077" y="8842601"/>
            <a:ext cx="28777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Proxima Nova Rg" panose="02000506030000020004" pitchFamily="50" charset="0"/>
              </a:rPr>
              <a:t>CAIXA DE SOM</a:t>
            </a:r>
          </a:p>
          <a:p>
            <a:r>
              <a:rPr lang="pt-BR" sz="1400" dirty="0">
                <a:latin typeface="Proxima Nova Rg" panose="02000506030000020004" pitchFamily="50" charset="0"/>
              </a:rPr>
              <a:t>Contém: 01 caixa de som Bluetooth.</a:t>
            </a:r>
          </a:p>
        </p:txBody>
      </p:sp>
    </p:spTree>
    <p:extLst>
      <p:ext uri="{BB962C8B-B14F-4D97-AF65-F5344CB8AC3E}">
        <p14:creationId xmlns:p14="http://schemas.microsoft.com/office/powerpoint/2010/main" val="13350340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530</Words>
  <Application>Microsoft Office PowerPoint</Application>
  <PresentationFormat>Personalizar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Proxima Nova Bl</vt:lpstr>
      <vt:lpstr>Proxima Nova Rg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Soul Marketing</dc:creator>
  <cp:lastModifiedBy>Soul Marketing</cp:lastModifiedBy>
  <cp:revision>20</cp:revision>
  <dcterms:created xsi:type="dcterms:W3CDTF">2018-10-30T17:17:10Z</dcterms:created>
  <dcterms:modified xsi:type="dcterms:W3CDTF">2018-10-30T18:17:42Z</dcterms:modified>
</cp:coreProperties>
</file>